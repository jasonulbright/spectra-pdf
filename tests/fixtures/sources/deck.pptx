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A309B81-22F3-477B-B4A9-ABE3AB8FFE0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DDE51F8-6C7D-41FE-A212-4ABD62FA61F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A9C478C-9968-48EF-B167-ED2137658BA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"/>
          <p:cNvSpPr txBox="1"/>
          <p:nvPr/>
        </p:nvSpPr>
        <p:spPr>
          <a:xfrm>
            <a:off x="720000" y="1080000"/>
            <a:ext cx="7200000" cy="108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 One ZQXJ-2026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 txBox="1"/>
          <p:nvPr/>
        </p:nvSpPr>
        <p:spPr>
          <a:xfrm>
            <a:off x="720000" y="1080000"/>
            <a:ext cx="7200000" cy="108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 Two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LibreOffice/26.2.1.2$Windows_X86_64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