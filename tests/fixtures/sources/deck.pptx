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00000-0000-4000-8000-000000000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00000-0000-4000-8000-0000000000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000000-0000-4000-8000-00000000000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08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One ZQXJ-2026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108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